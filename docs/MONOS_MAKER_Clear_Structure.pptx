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6201edcb0e4250" /><Relationship Type="http://schemas.openxmlformats.org/officeDocument/2006/relationships/extended-properties" Target="/docProps/app.xml" Id="R8dcc91928c934929" /><Relationship Type="http://schemas.openxmlformats.org/officeDocument/2006/relationships/officeDocument" Target="/ppt/presentation.xml" Id="Rc8d7814b9b574d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16332d829d4b1f"/>
  </p:sldMasterIdLst>
  <p:notesMasterIdLst>
    <p:notesMasterId xmlns:r="http://schemas.openxmlformats.org/officeDocument/2006/relationships" r:id="Rc4f0e951e83c4964"/>
  </p:notesMasterIdLst>
  <p:sldIdLst>
    <p:sldId xmlns:r="http://schemas.openxmlformats.org/officeDocument/2006/relationships" id="256" r:id="Ra26cde75f5e74bfa"/>
    <p:sldId xmlns:r="http://schemas.openxmlformats.org/officeDocument/2006/relationships" id="257" r:id="R164ff9fd52764160"/>
    <p:sldId xmlns:r="http://schemas.openxmlformats.org/officeDocument/2006/relationships" id="258" r:id="R01892f1edcde44c7"/>
    <p:sldId xmlns:r="http://schemas.openxmlformats.org/officeDocument/2006/relationships" id="259" r:id="R255ea129a4f34093"/>
    <p:sldId xmlns:r="http://schemas.openxmlformats.org/officeDocument/2006/relationships" id="260" r:id="Rc2114630e4bf4566"/>
    <p:sldId xmlns:r="http://schemas.openxmlformats.org/officeDocument/2006/relationships" id="261" r:id="R33f7ef8009d84567"/>
    <p:sldId xmlns:r="http://schemas.openxmlformats.org/officeDocument/2006/relationships" id="262" r:id="R51c641c9a0004648"/>
    <p:sldId xmlns:r="http://schemas.openxmlformats.org/officeDocument/2006/relationships" id="263" r:id="R22cd4e20f3594dae"/>
    <p:sldId xmlns:r="http://schemas.openxmlformats.org/officeDocument/2006/relationships" id="264" r:id="Rb5ed779b96e24e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aea34d23084839" /><Relationship Type="http://schemas.openxmlformats.org/officeDocument/2006/relationships/slideMaster" Target="/ppt/slideMasters/slideMaster1.xml" Id="Rb816332d829d4b1f" /><Relationship Type="http://schemas.openxmlformats.org/officeDocument/2006/relationships/notesMaster" Target="/ppt/notesMasters/notesMaster1.xml" Id="Rc4f0e951e83c4964" /><Relationship Type="http://schemas.openxmlformats.org/officeDocument/2006/relationships/presProps" Target="/ppt/presProps.xml" Id="R654ec61680804008" /><Relationship Type="http://schemas.openxmlformats.org/officeDocument/2006/relationships/tableStyles" Target="/ppt/tableStyles.xml" Id="Re71199b6412446f9" /><Relationship Type="http://schemas.openxmlformats.org/officeDocument/2006/relationships/slide" Target="/ppt/slides/slide1.xml" Id="Ra26cde75f5e74bfa" /><Relationship Type="http://schemas.openxmlformats.org/officeDocument/2006/relationships/slide" Target="/ppt/slides/slide2.xml" Id="R164ff9fd52764160" /><Relationship Type="http://schemas.openxmlformats.org/officeDocument/2006/relationships/slide" Target="/ppt/slides/slide3.xml" Id="R01892f1edcde44c7" /><Relationship Type="http://schemas.openxmlformats.org/officeDocument/2006/relationships/slide" Target="/ppt/slides/slide4.xml" Id="R255ea129a4f34093" /><Relationship Type="http://schemas.openxmlformats.org/officeDocument/2006/relationships/slide" Target="/ppt/slides/slide5.xml" Id="Rc2114630e4bf4566" /><Relationship Type="http://schemas.openxmlformats.org/officeDocument/2006/relationships/slide" Target="/ppt/slides/slide6.xml" Id="R33f7ef8009d84567" /><Relationship Type="http://schemas.openxmlformats.org/officeDocument/2006/relationships/slide" Target="/ppt/slides/slide7.xml" Id="R51c641c9a0004648" /><Relationship Type="http://schemas.openxmlformats.org/officeDocument/2006/relationships/slide" Target="/ppt/slides/slide8.xml" Id="R22cd4e20f3594dae" /><Relationship Type="http://schemas.openxmlformats.org/officeDocument/2006/relationships/slide" Target="/ppt/slides/slide9.xml" Id="Rb5ed779b96e24e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26d4f6c0784c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50d6361c994ff7" /><Relationship Type="http://schemas.openxmlformats.org/officeDocument/2006/relationships/notesMaster" Target="/ppt/notesMasters/notesMaster1.xml" Id="Reb1858ec0a444f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c3a376aa974954" /><Relationship Type="http://schemas.openxmlformats.org/officeDocument/2006/relationships/notesMaster" Target="/ppt/notesMasters/notesMaster1.xml" Id="Rcf620bb82b5b48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d3e7ae40c845d2" /><Relationship Type="http://schemas.openxmlformats.org/officeDocument/2006/relationships/notesMaster" Target="/ppt/notesMasters/notesMaster1.xml" Id="Rf2ba96c0536740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8741a51b3c41a0" /><Relationship Type="http://schemas.openxmlformats.org/officeDocument/2006/relationships/notesMaster" Target="/ppt/notesMasters/notesMaster1.xml" Id="R41966e0790c048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6eb8c6c07a431b" /><Relationship Type="http://schemas.openxmlformats.org/officeDocument/2006/relationships/notesMaster" Target="/ppt/notesMasters/notesMaster1.xml" Id="R60fb5a7192d54a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338528008648fd" /><Relationship Type="http://schemas.openxmlformats.org/officeDocument/2006/relationships/notesMaster" Target="/ppt/notesMasters/notesMaster1.xml" Id="R2986e00eadbf4b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afb0b349074ab4" /><Relationship Type="http://schemas.openxmlformats.org/officeDocument/2006/relationships/notesMaster" Target="/ppt/notesMasters/notesMaster1.xml" Id="R1fd34ca6b9a54e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6b4b0ab605438a" /><Relationship Type="http://schemas.openxmlformats.org/officeDocument/2006/relationships/notesMaster" Target="/ppt/notesMasters/notesMaster1.xml" Id="R7b65d397025343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46d569c33d4330" /><Relationship Type="http://schemas.openxmlformats.org/officeDocument/2006/relationships/notesMaster" Target="/ppt/notesMasters/notesMaster1.xml" Id="Ref44fbce69ed4c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73ead6e58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50c51d520f4eb4" /><Relationship Type="http://schemas.openxmlformats.org/officeDocument/2006/relationships/slideLayout" Target="/ppt/slideLayouts/slideLayout1.xml" Id="R5686f6486a9b42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86f6486a9b42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38b8b72814f63" /><Relationship Type="http://schemas.openxmlformats.org/officeDocument/2006/relationships/notesSlide" Target="/ppt/notesSlides/notesSlide1.xml" Id="R0ef186154c1241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85127fed4454a" /><Relationship Type="http://schemas.openxmlformats.org/officeDocument/2006/relationships/notesSlide" Target="/ppt/notesSlides/notesSlide2.xml" Id="R6aa5ef3fbaf94c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ab5134d5f4f4d" /><Relationship Type="http://schemas.openxmlformats.org/officeDocument/2006/relationships/notesSlide" Target="/ppt/notesSlides/notesSlide3.xml" Id="R6d50c30107e945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db8b973b94b9b" /><Relationship Type="http://schemas.openxmlformats.org/officeDocument/2006/relationships/notesSlide" Target="/ppt/notesSlides/notesSlide4.xml" Id="Rdb85f118240241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ee07ee2434d4f" /><Relationship Type="http://schemas.openxmlformats.org/officeDocument/2006/relationships/notesSlide" Target="/ppt/notesSlides/notesSlide5.xml" Id="R15b93767e4934c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45bd104054f31" /><Relationship Type="http://schemas.openxmlformats.org/officeDocument/2006/relationships/notesSlide" Target="/ppt/notesSlides/notesSlide6.xml" Id="R2fe4ae05c17f41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59dba635f4ac3" /><Relationship Type="http://schemas.openxmlformats.org/officeDocument/2006/relationships/notesSlide" Target="/ppt/notesSlides/notesSlide7.xml" Id="R6ece61f81ed849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900a2be9b463a" /><Relationship Type="http://schemas.openxmlformats.org/officeDocument/2006/relationships/notesSlide" Target="/ppt/notesSlides/notesSlide8.xml" Id="R3572907caf8645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30aac4fe34a83" /><Relationship Type="http://schemas.openxmlformats.org/officeDocument/2006/relationships/notesSlide" Target="/ppt/notesSlides/notesSlide9.xml" Id="R80b007a1b92a49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92DE0-45AD-4E86-AB0D-07BE1080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MONOS MAKER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05DA3-8DC5-484E-88D6-83F8C9F2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Nền tảng quản trị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Furniture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757D0-5924-49B6-A219-D02AAB80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Một nền tảng • Sáu packages • Một luồng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53B0F-26D1-46AA-A3BC-AFA8C045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95375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5C789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4FFD2-B990-4CA7-AF33-D3CF3378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FURNITURE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0C539-0C36-48D2-80ED-07B2E0D1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2AD70-7DB3-4678-8EBD-A17C6A0D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Từ ý tưởng đến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thương hiệu, sản phẩm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và doanh thu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7C517-50AB-49DB-8992-432F14D2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2C76A-856B-4484-B8BA-A9D5771D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3623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BBC97-A2AB-4830-8A86-B88FC901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BỐI CẢNH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68F68-F34E-460A-B17C-E17C2335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Furniture không chỉ là sản phẩm — đó là một chuỗi giá trị liên kết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39C87-08EC-4FD2-B1A9-2067105C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MONOS MAKER được thiết kế để quản trị toàn bộ chuỗi giá trị, theo đúng cách doanh nghiệp Furniture tạo ra và bán sản phẩm.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9E078-EA1F-4BDF-9601-EE239DFF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solidFill>
              <a:srgbClr val="1428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DB56-4D47-43C3-92E7-0A608A78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EB57F-1A10-486F-99BD-574A0CC0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SÁNG TẠO SẢN PHẨM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291C9-476D-4111-95FD-AAC879DF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Tạo ra sản phẩm có thể sản xuất và bán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D2789-8DE1-4481-B0FC-96F6C53B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10215-7FA2-45F3-BF2B-5237E8C8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AEBD4-7977-48D1-84EB-3F248A2D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BA612-DBB1-4DB3-9366-5E01E25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QUẢN TRỊ DỮ LIỆU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09505-05E9-4F82-BE55-1C617296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Biến sản phẩm thành dữ liệu dùng được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57DA5-E498-4819-8CF7-31072AB5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8B293-7A3F-49D9-9EDD-C0F4F0B0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solidFill>
              <a:srgbClr val="1428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29D97-0187-4EE7-A282-631B60A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DF3F4-4250-4227-9B22-34FC9BF3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ĐỊNH VỊ THƯƠNG HIỆU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0E92A-2C08-4F70-8BC0-E382549E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Tạo khác biệt và giá trị cảm nhận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EB469-EE22-4096-A75C-21F0C73F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3134A-9369-4F25-97B6-659FA3F4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75412-B4A6-4959-9025-AD90749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A8FCA-03AB-4514-BFE0-EA1880CB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NHU CẦU THỊ TRƯỜNG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ACBAB-4E44-4D69-A20E-1CA4EA73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Đưa sản phẩm đến đúng khách hàng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0D69D-2637-4EE7-A69F-0D51FFB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B3C9B-3700-401F-B6A6-E112A4D8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8149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8CA66-43D5-4CB2-A199-6D0ECD0F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KIẾN TRÚC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9F034-9253-4E25-98F2-C8227DAF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Bốn năng lực cốt lõi là khung giá trị; sáu packages là cách triển khai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A690F-26B9-44B2-94D4-41A11315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Mỗi package có thể bán độc lập hoặc kết hợp tùy theo mô hình kinh doanh và nhu cầu hợp tác.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1A548-0CD8-4EFA-AB48-CA3F455C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84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DD3FF-AD49-4D78-BE0C-EDC2E16A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SÁNG TẠO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10769-0D09-4985-8E48-6215BCE1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P04  Furniture Product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11402-499C-4E1B-A816-FC1FA324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P06  3D Interactive Sales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CF114-6D33-4E03-8342-A594AC8F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1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D9291-E0A4-4E0F-BC42-46CE99B0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QUẢN TRỊ DỮ LIỆU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389BE-D0A8-4429-BF5B-F03A4B56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908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P05  Monosbase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745B1-2F46-4EE5-AB8F-DCA41EBD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28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E5620-45B8-4BC1-A4D4-E97CDF6A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ĐỊNH VỊ THƯƠNG HIỆU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2753A-5247-4F44-BE61-2531020E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P02  Thiết kế thương hiệu mới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5D3AD-A458-4FCE-BBEB-CEA9FF24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84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96EA6-22F8-4051-94A3-C704B03E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NHU CẦU THỊ TRƯỜNG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2A4BA-8E4A-41E3-8B69-4A2992C9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P03  Marketing &amp; Tăng trưởng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C36A2-8C39-40F2-8153-2A1C5405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3429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190C4-731C-44B6-A1AA-9016BC49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006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P01  AI Management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A04BB-0B1B-43FD-897B-4E5FBE55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E5B95-AA10-4233-AEA9-6E332E62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2067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74AB33-0D70-45CA-96DB-7B25AE66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PACKAGE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57B7-B6C2-4A10-B41B-605A7DDA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AI Management Platform là lớp điều phối xuyên suốt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DCA60-C686-442C-AE78-88264D40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AI không chỉ trả lời. Platform tiếp nhận yêu cầu, quản trị quy trình và đưa hành động trở lại hệ thống.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E2A39-3016-46C6-8DF5-AC680D03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714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B991D-CC87-40B5-B5E4-DAC24506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80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59BD3-600C-4695-A4B0-AFA7D1A3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hiểu yêu cầu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cứu dữ liệu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đề xuất phương 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5714D-1996-4E8D-9626-49B94717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48EF5-6CC9-4E90-BB91-BC117EF4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28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Lịch họp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60F14-F782-4DBC-BDDB-86E6454A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book &amp; điều phối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6FDD1-4B03-4853-AA6B-AA9B8044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FF3BA-037B-4A1D-B2F1-377384A8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2757F-9B11-479D-AB19-34088450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giao &amp; theo dõi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0DBC9-6E1F-4AD6-A7DA-2F07A5FF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0B3FF-1320-4B84-8E54-58501C05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24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Phê duyệt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8085F-DDDD-4B6B-A670-82195F5F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71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đề xuất &amp; kiểm soát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16CE2-F4BA-4C68-ADBE-4BD34E1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00376-8EEE-4313-889E-1CE7248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Con người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C0C4D-4842-4295-9D2E-98D3264C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vai trò &amp; hiệu suất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C2D5C-35C0-4CB6-9C50-99AE72C8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862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22090-BE8B-4C5A-9161-D85A1786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1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Tài nguyên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D22F9-7606-42B5-88EE-0AAA47F6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67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server &amp; quyền truy cập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37E19-C30A-4DDF-B470-F1100280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Kết quả AI → hành động quản trị → cập nhật dữ liệu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E94F0-E9D8-4605-89F3-A08DFB33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AA0AB-5546-4E29-8E26-A0DE1619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4573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5F921-0F73-4000-AC79-4F8678EC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PACKAGES 02–04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1827D-56A6-44AF-A75A-374203D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Từ thương hiệu đến sản phẩm: tạo ra thứ thị trường muốn mua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5D8E7-72EB-49C6-BB4E-D6BA0FAC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Ba packages đầu của chuỗi giá trị giúp doanh nghiệp hình thành bản sắc, nhu cầu và sản phẩm.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1F5DC-56B3-4163-A278-5565BD73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54D4E-A26C-4661-9595-C2093E3B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658BE-55D4-4C32-9E52-6465DD35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78FE5-37F4-44E7-9B44-51B4179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860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Thiết kế thương hiệu mới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98061-DFFA-4564-A180-686420DC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Tên • Định vị • Logo • Nhận diện • Bao bì • Ngôn ngữ thương hiệu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3AB06-18AD-4FBD-838F-8093F655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47D50-F1DB-46EF-932C-8719E7D7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8461"/>
          </a:solidFill>
          <a:ln xmlns:a="http://schemas.openxmlformats.org/drawingml/2006/main" w="0">
            <a:solidFill>
              <a:srgbClr val="C884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741E9-BCBD-4DC8-88E0-485A7943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49D86-6FFF-4230-A066-3659A884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860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Marketing &amp; Tăng trưởng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C99C8-3372-4C84-8105-37F970AF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432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Nghiên cứu thị trường • Nội dung • Chiến dịch • Tạo nhu cầu • Cơ hội bán hàng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7FD9C-AC4C-4A02-AEB4-BF2BB4BF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000AD-6691-44B5-A563-D8B69443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A18F"/>
          </a:solidFill>
          <a:ln xmlns:a="http://schemas.openxmlformats.org/drawingml/2006/main" w="0">
            <a:solidFill>
              <a:srgbClr val="8CA1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F4D90-7212-46F5-82C6-46606DC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P04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CF7CB-2259-436F-B6AA-F3E14F38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Furniture Product Development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D4981-D3AA-426A-8F8C-48E4A4B3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Ý tưởng • R&amp;D • Vật liệu • Cấu tạo • Thông số • Sẵn sàng sản xuất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30E46-7F08-4E4D-9839-E5BA9621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24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Thương hiệu rõ  →  Nhu cầu thật  →  Sản phẩm phù hợp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011C3-BC54-4EBA-9CB7-5BC69F32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FAAB2-2E55-45F7-BB55-6C62F34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1756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F2649-F2DD-4BE7-85ED-D3285973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PACKAGES 05–06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6BC08-6F7D-4479-9EAB-4F930B1B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Sản phẩm chỉ tạo ra giá trị khi được số hóa và bán được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DA8F6-DBF8-45E2-8EA1-934FAF62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Monosbase biến sản phẩm thành dữ liệu chuẩn; 3D Interactive Sales biến dữ liệu đó thành trải nghiệm và đơn hàng.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E7772-E45A-4B07-8FEA-028E7181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9050">
            <a:solidFill>
              <a:srgbClr val="8CA1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974FC-5265-4466-931A-D683D6F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P05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79A26-A4D1-4C5C-91A3-0E937B91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051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MONOSBASE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9AFB3-A595-46B5-975C-F341C03B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766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Lõi dữ liệu sản phẩm Furniture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F93F1-8566-4F8B-B489-E184548D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Mã SP • Hình ảnh • Vật liệu • Giá • Tồn kho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Thông số • Cấu hình • Bản vẽ • Dữ liệu 3D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F600B-AADD-4708-A020-86D696C8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19050">
            <a:solidFill>
              <a:srgbClr val="C884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AD7E7-DC25-451B-874B-8D38CB32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B895C-AF9F-41D9-9332-F688EFEE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3D INTERACTIVE SALES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7DD2F-EA8D-4319-B44B-B02E5C0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766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Trải nghiệm cấu hình và bán hàng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707C8-CE2B-457B-B932-777F07D7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Chọn không gian → Tùy chỉnh → Xem 3D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→ Báo giá → Lưu thiết kế → Đặt hàng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9A55F-2ABF-41BB-BFBF-67B98999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P04 tạo sản phẩm  →  P05 số hóa dữ liệu  →  P06 bán hàng trực quan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3B247-0C66-48D2-A68A-7BA5B183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5E79A-1B08-4E9D-AF7A-8FD4162B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2999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7D620D-3E7A-4676-8EC2-EE90E275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LUỒNG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2DA22-1EB5-4956-9702-4B6D9CFB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Một luồng dữ liệu nối toàn bộ hành trình Furniture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F7817-3144-4757-AAE6-413E6D04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Dữ liệu được tạo một lần, được chuẩn hóa một lần và được khai thác ở mọi điểm chạm.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17940-0BA9-494E-B919-D539E7E5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1D56A-E809-4F1E-8B7A-E5E0BF51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Ý tưởng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C6502-FF22-401E-A3D1-9C3C0F86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0A4DD-D524-4C1C-90A6-FFBEB47C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4766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0BDEB-C9F2-43E3-9C9B-B71F3E1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Thương hiệu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359E7-B054-48FA-B116-C0975149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A007C-03FE-4057-8DD1-508D1690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4963F-14A2-4E23-97D4-E39F767E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F7DAF-446E-488D-B885-8A4A840D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36180-C976-4D9C-80B9-3FC6BAF0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4766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37A3E-6A41-4386-9D0F-8F718C93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R&amp;D sản phẩm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E1930-F5AB-42A8-A852-E75C50AA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E9F96-7B79-4EE0-BE4E-D4555677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8148B-D967-4F48-882B-6ACFBB74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Monosbase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ED8DE-A6BB-4BC4-A0C1-EB2F507A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CED35-0826-4736-9427-EBF42D78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4766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02A93-E5A5-4F76-B6E8-F0161850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3D Sales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0D81D-826A-45E4-85EC-A026B149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75BCC-E221-4981-8297-56BDE9E6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902DF-F584-4440-B6CF-C4380EC4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Đơn hàng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E7373-D3A0-4376-B97D-1CCF4754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800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D9A1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342DCB-1ED1-4121-86A6-F19569FB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Management Platform điều phối toàn bộ luồng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37D6A8-450E-4434-9411-DA31B9A3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Monosbase giữ dữ liệu chuẩn — ERP/CRM tiếp tục xử lý hệ thống lõi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C76FEA-561E-42F5-BDB4-35E36333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DB2E03-F75C-48B7-8912-02AB1C70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77267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675A75-436C-4684-A1E3-FC4BA82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MÔ HÌNH THƯƠNG MẠI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14C25-7F11-40DA-B9C9-1A01D31E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Không có một cấu hình MONOS MAKER duy nhất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71A95-FB4E-4B09-A935-0E6CB78F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Mỗi doanh nghiệp có thể bắt đầu từ package phù hợp rồi mở rộng dần theo năng lực và mục tiêu kinh doanh.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2C6A5-885B-40ED-8693-5BCDF070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45E2A-2E78-4CF9-9125-EE1BA8A7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1181B-D0D7-4DDB-8C47-5054CD7F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93C51-54DD-4DEE-BD2B-96951E1B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431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Thương hiệu mới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2CE34-9B1C-42F1-8313-DC99D6ED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P02 + P03 + P04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Tạo thương hiệu, nhu cầu và sản phẩm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C7F01-2592-492C-B08E-CECB0546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4266B-D07D-4367-9B26-6427336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A18F"/>
          </a:solidFill>
          <a:ln xmlns:a="http://schemas.openxmlformats.org/drawingml/2006/main" w="0">
            <a:solidFill>
              <a:srgbClr val="8CA1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13D85-A8D1-46A4-9BCF-92F1D51E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62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A6DE0-29B3-4295-95F8-CEFBD8D1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431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Nhà sản xuất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E2DC9-E4AD-4520-8A91-BE881CC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03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P04 + P05 + P01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Số hóa sản phẩm và điều hành vận hành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B3449-876F-42F6-8D24-16FCA623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CFC59-2607-436A-8321-39D759CF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CBA2C-1C2C-431D-9508-6E724A80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27922-4CAB-45E6-B295-474F9BFB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5287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Nhà bán lẻ / Showroom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F7195-AF4C-41FD-ABE1-BE39B331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P05 + P06 + P03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Tăng trải nghiệm và tỷ lệ chốt đơn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91F6C-C0E1-4165-800B-09121E61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CA837-107B-4526-9A97-441DE599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8461"/>
          </a:solidFill>
          <a:ln xmlns:a="http://schemas.openxmlformats.org/drawingml/2006/main" w="0">
            <a:solidFill>
              <a:srgbClr val="C884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C7732-3293-4944-BC09-F7E98328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719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16674-F610-4D5F-9D90-81E84BA5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5287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Nền tảng toàn diện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156A5-4D72-4BD3-804A-DE928CBA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007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P01 → P06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Quản trị trọn chuỗi giá trị Furniture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5B99D-0110-4D34-A147-B6916854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D75D7-2EE1-44B4-9240-9157562D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3426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21C59-B0B2-4620-8670-09B461DA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C9EF7-F2EB-48BD-9BF9-7C1DFA3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MONOS MAKER: một nền tảng, sáu packages, một năng lực Furniture hoàn chỉnh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8A55F-B689-430C-80E6-FB4D3250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Giá trị không nằm ở từng package riêng lẻ, mà ở khả năng kết hợp đúng packages để tạo ra một luồng vận hành thống nhất.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BAAAF-02B1-4945-8B38-A766FDE7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1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EE134-BCB2-4DD1-9C20-3F3971D6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năng lực cốt lõi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D2543-026E-4032-80B3-0240D1F1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150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0E76B-7AC0-4DF3-9182-20ABC07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packages chuyên biệt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AB8F7-6E62-4CDC-AE02-D0063525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EBA5C-E699-40FB-93A9-C4E2800A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luồng dữ liệu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42421-B40C-4FAE-957B-D0B47584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7429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8086B-D16C-4B14-9C27-69ADAADD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767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Từ ý tưởng Furniture đến doanh thu thực tế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DCE36-B848-4870-90BC-CFCAD0AB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49DF9-E9CF-4CB3-9257-B2CDFEA7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3190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2026-08-26T23:46:51.5760000Z</dcterms:created>
  <dcterms:modified xsi:type="dcterms:W3CDTF">2026-08-26T23:46:51.5760000Z</dcterms:modified>
</coreProperties>
</file>