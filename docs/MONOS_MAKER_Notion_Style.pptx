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c59e7eb5964c43" /><Relationship Type="http://schemas.openxmlformats.org/officeDocument/2006/relationships/extended-properties" Target="/docProps/app.xml" Id="Ra1f68a1d19714caa" /><Relationship Type="http://schemas.openxmlformats.org/officeDocument/2006/relationships/officeDocument" Target="/ppt/presentation.xml" Id="Rbc0b54a7ee394a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afecd8e0f748b9"/>
  </p:sldMasterIdLst>
  <p:notesMasterIdLst>
    <p:notesMasterId xmlns:r="http://schemas.openxmlformats.org/officeDocument/2006/relationships" r:id="Re26e190aa596444a"/>
  </p:notesMasterIdLst>
  <p:sldIdLst>
    <p:sldId xmlns:r="http://schemas.openxmlformats.org/officeDocument/2006/relationships" id="256" r:id="R4898a98ed8f240c6"/>
    <p:sldId xmlns:r="http://schemas.openxmlformats.org/officeDocument/2006/relationships" id="257" r:id="Rc427dfddb9f44553"/>
    <p:sldId xmlns:r="http://schemas.openxmlformats.org/officeDocument/2006/relationships" id="258" r:id="Re4c274a41923479f"/>
    <p:sldId xmlns:r="http://schemas.openxmlformats.org/officeDocument/2006/relationships" id="259" r:id="Rd6404d095fe44253"/>
    <p:sldId xmlns:r="http://schemas.openxmlformats.org/officeDocument/2006/relationships" id="260" r:id="Rc7511f01e9a54d91"/>
    <p:sldId xmlns:r="http://schemas.openxmlformats.org/officeDocument/2006/relationships" id="261" r:id="R1207c365653643fd"/>
    <p:sldId xmlns:r="http://schemas.openxmlformats.org/officeDocument/2006/relationships" id="262" r:id="R634cd462ab514274"/>
    <p:sldId xmlns:r="http://schemas.openxmlformats.org/officeDocument/2006/relationships" id="263" r:id="R25295b2934b9445c"/>
    <p:sldId xmlns:r="http://schemas.openxmlformats.org/officeDocument/2006/relationships" id="264" r:id="R4bdd0421d7fa48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9cc530f72d434b" /><Relationship Type="http://schemas.openxmlformats.org/officeDocument/2006/relationships/slideMaster" Target="/ppt/slideMasters/slideMaster1.xml" Id="Rdeafecd8e0f748b9" /><Relationship Type="http://schemas.openxmlformats.org/officeDocument/2006/relationships/notesMaster" Target="/ppt/notesMasters/notesMaster1.xml" Id="Re26e190aa596444a" /><Relationship Type="http://schemas.openxmlformats.org/officeDocument/2006/relationships/presProps" Target="/ppt/presProps.xml" Id="R531a034d758942bc" /><Relationship Type="http://schemas.openxmlformats.org/officeDocument/2006/relationships/tableStyles" Target="/ppt/tableStyles.xml" Id="R223f05f2bd854bca" /><Relationship Type="http://schemas.openxmlformats.org/officeDocument/2006/relationships/slide" Target="/ppt/slides/slide1.xml" Id="R4898a98ed8f240c6" /><Relationship Type="http://schemas.openxmlformats.org/officeDocument/2006/relationships/slide" Target="/ppt/slides/slide2.xml" Id="Rc427dfddb9f44553" /><Relationship Type="http://schemas.openxmlformats.org/officeDocument/2006/relationships/slide" Target="/ppt/slides/slide3.xml" Id="Re4c274a41923479f" /><Relationship Type="http://schemas.openxmlformats.org/officeDocument/2006/relationships/slide" Target="/ppt/slides/slide4.xml" Id="Rd6404d095fe44253" /><Relationship Type="http://schemas.openxmlformats.org/officeDocument/2006/relationships/slide" Target="/ppt/slides/slide5.xml" Id="Rc7511f01e9a54d91" /><Relationship Type="http://schemas.openxmlformats.org/officeDocument/2006/relationships/slide" Target="/ppt/slides/slide6.xml" Id="R1207c365653643fd" /><Relationship Type="http://schemas.openxmlformats.org/officeDocument/2006/relationships/slide" Target="/ppt/slides/slide7.xml" Id="R634cd462ab514274" /><Relationship Type="http://schemas.openxmlformats.org/officeDocument/2006/relationships/slide" Target="/ppt/slides/slide8.xml" Id="R25295b2934b9445c" /><Relationship Type="http://schemas.openxmlformats.org/officeDocument/2006/relationships/slide" Target="/ppt/slides/slide9.xml" Id="R4bdd0421d7fa48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18e1dd6f4840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f25e2e5574667" /><Relationship Type="http://schemas.openxmlformats.org/officeDocument/2006/relationships/notesMaster" Target="/ppt/notesMasters/notesMaster1.xml" Id="R9028919148df4f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db374eaae41ff" /><Relationship Type="http://schemas.openxmlformats.org/officeDocument/2006/relationships/notesMaster" Target="/ppt/notesMasters/notesMaster1.xml" Id="Rb1bd504dee2340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24aa1afef3447a" /><Relationship Type="http://schemas.openxmlformats.org/officeDocument/2006/relationships/notesMaster" Target="/ppt/notesMasters/notesMaster1.xml" Id="R387a9a4637244e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b57e794cf443b8" /><Relationship Type="http://schemas.openxmlformats.org/officeDocument/2006/relationships/notesMaster" Target="/ppt/notesMasters/notesMaster1.xml" Id="Red594aeb2f2e41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0e96f5b1f54e1e" /><Relationship Type="http://schemas.openxmlformats.org/officeDocument/2006/relationships/notesMaster" Target="/ppt/notesMasters/notesMaster1.xml" Id="R11690769c7e146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103e08278d46fc" /><Relationship Type="http://schemas.openxmlformats.org/officeDocument/2006/relationships/notesMaster" Target="/ppt/notesMasters/notesMaster1.xml" Id="Rb0007c706d5644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446a812e4d4508" /><Relationship Type="http://schemas.openxmlformats.org/officeDocument/2006/relationships/notesMaster" Target="/ppt/notesMasters/notesMaster1.xml" Id="Rf3edffba8cf745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d041f95ea84d3e" /><Relationship Type="http://schemas.openxmlformats.org/officeDocument/2006/relationships/notesMaster" Target="/ppt/notesMasters/notesMaster1.xml" Id="Rf5b68a2c30ae43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8aa76bd65c48b5" /><Relationship Type="http://schemas.openxmlformats.org/officeDocument/2006/relationships/notesMaster" Target="/ppt/notesMasters/notesMaster1.xml" Id="Rcca1c29d3e9d48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b29d32c7545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91246371f40d0" /><Relationship Type="http://schemas.openxmlformats.org/officeDocument/2006/relationships/slideLayout" Target="/ppt/slideLayouts/slideLayout1.xml" Id="R8e2e6f00eb4143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e6f00eb4143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2fa1edd764907" /><Relationship Type="http://schemas.openxmlformats.org/officeDocument/2006/relationships/notesSlide" Target="/ppt/notesSlides/notesSlide1.xml" Id="R79cd18e7b2eb47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c2576dbec4c11" /><Relationship Type="http://schemas.openxmlformats.org/officeDocument/2006/relationships/notesSlide" Target="/ppt/notesSlides/notesSlide2.xml" Id="Rddf5615923804c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67417536e45e1" /><Relationship Type="http://schemas.openxmlformats.org/officeDocument/2006/relationships/notesSlide" Target="/ppt/notesSlides/notesSlide3.xml" Id="R40c75cd7ffe349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aeb49aaa649e0" /><Relationship Type="http://schemas.openxmlformats.org/officeDocument/2006/relationships/notesSlide" Target="/ppt/notesSlides/notesSlide4.xml" Id="R0032e036a57d4b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1e3c64d794a9b" /><Relationship Type="http://schemas.openxmlformats.org/officeDocument/2006/relationships/notesSlide" Target="/ppt/notesSlides/notesSlide5.xml" Id="R22c9f71c228c4a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0162607da4a02" /><Relationship Type="http://schemas.openxmlformats.org/officeDocument/2006/relationships/notesSlide" Target="/ppt/notesSlides/notesSlide6.xml" Id="Rcc3883d2a9a940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51d5dc30d4c14" /><Relationship Type="http://schemas.openxmlformats.org/officeDocument/2006/relationships/notesSlide" Target="/ppt/notesSlides/notesSlide7.xml" Id="Ra158c79fa31a41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518b1e12447ea" /><Relationship Type="http://schemas.openxmlformats.org/officeDocument/2006/relationships/notesSlide" Target="/ppt/notesSlides/notesSlide8.xml" Id="R536477ab26934c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7455ff646488e" /><Relationship Type="http://schemas.openxmlformats.org/officeDocument/2006/relationships/notesSlide" Target="/ppt/notesSlides/notesSlide9.xml" Id="R7438b885d72f4f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89AA-84FB-4D41-ABBA-492C7F41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MONOS MAKER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EDACA-600E-4F25-BB4A-B9436452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Nền tảng quản trị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Furniture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81432-D5B1-40BB-A3F1-BA5EC316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Một nền tảng • Sáu packages • Một luồng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90C48-FB2E-406D-82B1-6AE6FB3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95375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5C78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A733F-40E0-4D13-A69E-DE4CA7A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FURNITURE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CC000-5347-4C80-B8C3-9E339972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A8151-912C-437B-B5F1-A381504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Từ ý tưởng đến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thương hiệu, sản phẩm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và doanh thu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3FB8B-A4F5-49B3-9174-66927CF9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4874C-CA9E-442C-8183-888A0CF2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27191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74E5C-CD0B-4174-A443-D7050409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BỐI CẢNH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89045-037C-4904-A53A-090CD5B7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Furniture không chỉ là sản phẩm — đó là một chuỗi giá trị liên kết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9A0F9-5E9A-4626-BCAC-A511214B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MONOS MAKER được thiết kế để quản trị toàn bộ chuỗi giá trị, theo đúng cách doanh nghiệp Furniture tạo ra và bán sản phẩm.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567F8-CABC-4F3B-9FD8-805FBB45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1919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2D5A0-06CC-473E-9F6B-2D067BA8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032C8-BAF8-4A0D-A8E2-79D35A0A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SÁNG TẠO SẢN PHẨM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E66CD-86E4-4CD9-AE0B-2CBBB269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Tạo ra sản phẩm có thể sản xuất và bán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787E6-0E4C-4511-9D53-64E54FF2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C53BE-9B16-4A1B-91C8-2B72697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3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9E0B5-4BC5-45B4-BF9B-C01ECF62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C9A7E-69D3-430E-BCFB-BE88F6CB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QUẢN TRỊ DỮ LIỆU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7B8CF-54E1-4415-8319-9A2C13AF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Biến sản phẩm thành dữ liệu dùng được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A0480-17FC-49A0-9DAF-90E65301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45721-6478-426E-B688-5FFD7F12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1919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A8440-770C-4832-B915-D3B2E913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31E56-EB75-46FE-851E-B933C55E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ĐỊNH VỊ THƯƠNG HIỆU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E233C-A3BF-48FF-98D6-A40E108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Tạo khác biệt và giá trị cảm nhận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260EC-20B5-4AEF-92EB-99A2BEBC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C4780-C838-4110-8169-70A76444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3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930B1-EAF8-4476-8E80-44A4AAE4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A1830-2DFE-4F72-89D9-089BEF31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NHU CẦU THỊ TRƯỜNG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B0B8A-288D-4765-9CCB-76CDB6E4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Đưa sản phẩm đến đúng khách hàng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F565F-531F-4919-97CB-15319201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F16C1D-B7CA-4DB1-AFEF-D8024C37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5134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E9B18-2D9F-4C8D-96BF-3F45D674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KIẾN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C4F86-AC54-4718-AC60-FB55052D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Bốn năng lực cốt lõi là khung giá trị; sáu packages là cách triển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B6BFE-A518-4943-B911-68C32698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Mỗi package có thể bán độc lập hoặc kết hợp tùy theo mô hình kinh doanh và nhu cầu hợp tác.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365F6-88EB-40C7-84FC-30C4F17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7A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E564E-2F3B-4324-B853-216358D0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SÁNG TẠO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F66EB-09FA-43CF-A8DA-F5926DD1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P04  Furniture Product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56F77-D7AF-4A7F-9BF9-2A83AF3F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P06  3D Interactive Sales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F7834-69AA-4B81-AB7D-A2F63308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B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AFF3B-9D68-41B8-B8B6-1379E883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DEBD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DEBDD"/>
                </a:solidFill>
                <a:latin typeface="Arial"/>
                <a:ea typeface="Arial"/>
                <a:cs typeface="Arial"/>
              </a:rPr>
              <a:t>QUẢN TRỊ DỮ LIỆU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D0C76-871F-40E9-89E2-1CC10941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908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P05  Monosbase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30254-E125-450A-A1BB-E872F70A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19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9D399-6926-459A-94A9-7FEBE7A9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ĐỊNH VỊ THƯƠNG HIỆU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8C820-7189-466F-8F79-C0B915DB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P02  Thiết kế thương hiệu mới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C4511-E49D-431D-8754-AB2A76C1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7A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77BB2-DEBC-49EE-BAFD-2D6BB81D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NHU CẦU THỊ TRƯỜNG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3814B-68A9-43D1-AA82-B9DA2322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P03  Marketing &amp; Tăng trưởng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79CFF-A81A-4D08-918B-F7BD95C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342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23818-5996-4769-A2CA-E834D63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006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P01  AI Management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A56C4-3023-4EE2-9E0F-A8D85003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F25C7-E604-4A54-87B0-F422592C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3715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742EE-E2B6-423B-8573-6C9F0D4E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PACKAGE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18DE1-655D-423C-8AF5-85B44240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AI Management Platform là lớp điều phối xuyên suốt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074EA-6055-4C11-8FFF-81F2733E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AI không chỉ trả lời. Platform tiếp nhận yêu cầu, quản trị quy trình và đưa hành động trở lại hệ thống.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C38ED-4389-4CD1-B19C-1D0D6C2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714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B44D0-C2D8-4BC9-A2CE-9A6FEEE5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800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75E3B-9E76-43DE-829D-DCE8281F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hiểu yêu cầu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cứu dữ liệu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đề xuất phương 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47DF4-0529-4A8F-B412-2FD29469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2FEB9-F2DA-404A-BC7A-C7E0E0BB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Lịch họp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83B36-C9D1-4E7B-84AF-D2F311BC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book &amp; điều phối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14DD5-E945-4857-A0DD-AB3E68DF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D4266-9B23-4EA4-B86C-BC284745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B6A1D-2A93-4C82-9F00-C710389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giao &amp; theo dõi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7C3CE-3DB2-4B55-85FA-7697A4CF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8B5CB-1C2F-47C9-8565-C630C6FA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24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Phê duyệt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92A83-F6DE-4DCF-9983-8500836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71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đề xuất &amp; kiểm soát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7406B-06B7-4CD1-8A73-5834FCDD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8E388-FE3E-4452-BB5C-8123275A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Con người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14A68-B5BB-43C4-97B8-D81AC3D2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vai trò &amp; hiệu suất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19C66-A9F9-485E-A246-93EAB2C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0B2EE-0630-45A4-952B-D80757A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1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Tài nguyên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121E7-5C41-45C5-BFEF-181BF56F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67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572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27A"/>
                </a:solidFill>
                <a:latin typeface="Arial"/>
                <a:ea typeface="Arial"/>
                <a:cs typeface="Arial"/>
              </a:rPr>
              <a:t>server &amp; quyền truy cập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CAE2E-BAED-41DD-B5AD-CDE6C267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Kết quả AI → hành động quản trị → cập nhật dữ liệu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19A8C-DF41-44D1-8A87-A6676240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46C15-F102-4795-A847-7980F042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0218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CDA6F-D6C7-4FC3-84A9-A5DFBF7F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PACKAGES 02–04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7A4F1-3906-4253-A94D-340F7CCE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Từ thương hiệu đến sản phẩm: tạo ra thứ thị trường muốn mua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02544-F210-441B-8027-DDFBDFB5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Ba packages đầu của chuỗi giá trị giúp doanh nghiệp hình thành bản sắc, nhu cầu và sản phẩm.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CAF6B-3390-4B60-9B31-A46576F4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7191B-4F69-41EC-A4C2-5500929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6BCDA-7BE4-41B6-AB34-0557C126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48959-438F-4005-952E-94F6846F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Thiết kế thương hiệu mới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2EA80-0756-475D-B4A7-085C92FC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Tên • Định vị • Logo • Nhận diện • Bao bì • Ngôn ngữ thương hiệu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9C664-02A6-492B-8505-9F10E28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D850C-74D6-4088-BAD3-9B07CC74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7A5F"/>
          </a:solidFill>
          <a:ln xmlns:a="http://schemas.openxmlformats.org/drawingml/2006/main" w="0">
            <a:solidFill>
              <a:srgbClr val="E07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15018-D40F-4CDF-BB13-7E97C78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P03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B1CC2-A492-43E2-A7E3-AE2ED6B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Marketing &amp; Tăng trưởng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7FD9C-4BD4-44FB-A77C-88A2AC16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Nghiên cứu thị trường • Nội dung • Chiến dịch • Tạo nhu cầu • Cơ hội bán hàng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07A1D-D202-4785-9173-63DCB13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BAA40-D9EF-4E36-B56F-458EBAA2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DD"/>
          </a:solidFill>
          <a:ln xmlns:a="http://schemas.openxmlformats.org/drawingml/2006/main" w="0">
            <a:solidFill>
              <a:srgbClr val="DDEB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8E543-B224-414D-836F-465948E1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DEBD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DEBDD"/>
                </a:solidFill>
                <a:latin typeface="Arial"/>
                <a:ea typeface="Arial"/>
                <a:cs typeface="Arial"/>
              </a:rPr>
              <a:t>P04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40C2D-DD4F-4A9F-93B8-671D3A6B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Furniture Product Development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A27AE-EDB2-4270-947D-A23AB063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Ý tưởng • R&amp;D • Vật liệu • Cấu tạo • Thông số • Sẵn sàng sản xuất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62A33-F381-4774-887F-4DAA1646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Thương hiệu rõ  →  Nhu cầu thật  →  Sản phẩm phù hợp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C2AD2-3D30-443C-8557-1A18ACC4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F1D28-B889-4711-A6D5-C24D737C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8680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E87FC-7882-4E9A-AB08-F258ED15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PACKAGES 05–06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2ABEA-3DDE-420E-8F33-20EE586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Sản phẩm chỉ tạo ra giá trị khi được số hóa và bán được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4360B-2609-4CE7-A2B6-ADD39D88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Monosbase biến sản phẩm thành dữ liệu chuẩn; 3D Interactive Sales biến dữ liệu đó thành trải nghiệm và đơn hàng.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03B2A-CD7B-4BFD-BA5E-52A88F26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3"/>
          </a:solidFill>
          <a:ln xmlns:a="http://schemas.openxmlformats.org/drawingml/2006/main" w="19050">
            <a:solidFill>
              <a:srgbClr val="DDEB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F1BC7-9E9F-4E8F-BBF8-8E08F445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DEBD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DEBDD"/>
                </a:solidFill>
                <a:latin typeface="Arial"/>
                <a:ea typeface="Arial"/>
                <a:cs typeface="Arial"/>
              </a:rPr>
              <a:t>P05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294BB-5706-43D0-972E-88E404E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051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MONOSBASE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CD6FC-047F-4D4B-A807-28024B31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766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Lõi dữ liệu sản phẩm Furniture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52CA0-05A3-4BB7-9662-C44D4131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Mã SP • Hình ảnh • Vật liệu • Giá • Tồn kho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Thông số • Cấu hình • Bản vẽ • Dữ liệu 3D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3D9AA-D2EE-40B1-B12F-9A0F55C8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19050">
            <a:solidFill>
              <a:srgbClr val="E07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0D4B6-7D26-4DEE-A324-929833FE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P06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F2F24-37AC-43FF-A52F-4A681419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3D INTERACTIVE SALES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33043-1BA7-4B06-AA1C-F81D04B3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Trải nghiệm cấu hình và bán hàng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00712-02A7-455B-89C6-35871A8F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Chọn không gian → Tùy chỉnh → Xem 3D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→ Báo giá → Lưu thiết kế → Đặt hàng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52992-0250-4024-8625-09BAE3F0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P04 tạo sản phẩm  →  P05 số hóa dữ liệu  →  P06 bán hàng trực quan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B22A9-FECE-4769-BBD3-82595DEB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E0B5D-C3A1-4A0F-8114-B62A9A4A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3160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B04A85-4A25-4000-8FE8-39F95CF2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LUỒNG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16ACB-0B27-48D2-B578-9CBA66BE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Một luồng dữ liệu nối toàn bộ hành trình Furniture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AAEBD-C8A7-4F81-B70C-9765131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Dữ liệu được tạo một lần, được chuẩn hóa một lần và được khai thác ở mọi điểm chạm.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5CDBC-3687-4623-B23B-88BA081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BDD6F-1354-4EF6-8961-CCD7A088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Ý tưởng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3C9B4-A3E1-4005-9759-80911D7E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3F115-FDD9-4DCB-B697-087D4956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ECF04-D5C5-4FAE-9A25-6F2F93FB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Thương hiệu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55917-1E00-4B85-9DEC-D05A5E9A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BD063-64CE-41E2-A2AD-784B975A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5B55B-4872-4362-A867-444047DF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D179E-FBC6-415B-9591-F9CB9112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27D32-AEEF-4E65-B909-A2DABAD8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6A642-AE5A-4F92-A7A1-A004541F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R&amp;D sản phẩm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A1214-7198-4EE7-AF9B-E98F668D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9301A-AAAA-46FF-A98A-DAB2191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D1490-3E02-4734-AE2D-4A2D7155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Monosbase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EEE28-2BEB-4537-ADD6-0D6C121C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83F38-5904-45C1-93EE-1BA5DDF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4766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0CE8E-3683-47A6-BC14-81CD60A0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3D 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56BF3-A5E8-4D36-862D-B1D3AA67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00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A1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A1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321B3-989C-4319-9CAB-C1FBF931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09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6683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40004-92B0-40A1-86C4-E350DB71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38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Đơn hàng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56BA9-4D46-481F-8D2A-0A63232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03B58"/>
          </a:solidFill>
          <a:ln xmlns:a="http://schemas.openxmlformats.org/drawingml/2006/main" w="9525">
            <a:solidFill>
              <a:srgbClr val="D9A1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BC76C-A0B4-43AA-AF24-DE720E44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Management Platform điều phối toàn bộ luồng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C6134-1421-4221-A570-CE140865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D5E0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E0D8"/>
                </a:solidFill>
                <a:latin typeface="Arial"/>
                <a:ea typeface="Arial"/>
                <a:cs typeface="Arial"/>
              </a:rPr>
              <a:t>Monosbase giữ dữ liệu chuẩn — ERP/CRM tiếp tục xử lý hệ thống lõi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175A3-357C-4232-B3A0-FBB58784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4DB738-C176-4CE9-BEAF-29A9389D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2050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70E5B-EFC8-40D5-817A-E3A358E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MÔ HÌNH THƯƠNG MẠI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01A61-3169-4ED3-B9E7-67D17C88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Không có một cấu hình MONOS MAKER duy nhất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41E54-433E-4C04-BF5E-FDD42508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Mỗi doanh nghiệp có thể bắt đầu từ package phù hợp rồi mở rộng dần theo năng lực và mục tiêu kinh doanh.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285FD-89D5-45D5-9A65-C090157C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1C3E5-4BA5-4CE9-9BC2-43CC4263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86CD9-C6FB-49D3-9EB3-F97C6F17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157DC-F9DA-4BF6-A0E0-1CB915FE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431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Thương hiệu mới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42400-8954-4C63-A0F0-A2D4984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P02 + P03 + P04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Tạo thương hiệu, nhu cầu và sản phẩm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800EB-A4DE-42EA-B3B3-9A5C6A86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4AD2E-EAFB-47AA-8CF0-B746E728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DD"/>
          </a:solidFill>
          <a:ln xmlns:a="http://schemas.openxmlformats.org/drawingml/2006/main" w="0">
            <a:solidFill>
              <a:srgbClr val="DDEB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03B1F-F47A-4632-88C2-948432CB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DEBD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DEBD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AA5E8-E90D-413D-BB80-B33F7CDD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431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Nhà sản xuất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5455B-5FEA-496D-AF5E-E0753BB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P04 + P05 + P01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Số hóa sản phẩm và điều hành vận hành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49A47-5F86-4849-83B2-6E568FC2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BA978-00E5-4047-83E2-89F2406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2C669-C571-4BFC-A9B8-BE6A288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83C32-6A9F-4AA2-9166-163C749D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5287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Nhà bán lẻ / Showroom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96B42-1AC3-4D80-BD13-B1B02B7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P05 + P06 + P03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Tăng trải nghiệm và tỷ lệ chốt đơn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0004F-8FC0-4EC7-92A9-E1585A6D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B3365-FF54-4FD3-8B71-EB824B55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7A5F"/>
          </a:solidFill>
          <a:ln xmlns:a="http://schemas.openxmlformats.org/drawingml/2006/main" w="0">
            <a:solidFill>
              <a:srgbClr val="E07A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51AE7-A654-4755-ADAA-3588F655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719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CD25F-B53D-4717-B00A-C7FD751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5287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Nền tảng toàn diện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A958C-649A-40D0-8900-0143F6B5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0075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P01 → P06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735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7352F"/>
                </a:solidFill>
                <a:latin typeface="Arial"/>
                <a:ea typeface="Arial"/>
                <a:cs typeface="Arial"/>
              </a:rPr>
              <a:t>Quản trị trọn chuỗi giá trị Furniture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6C4A8-76D5-4EF0-8F5B-E07A3FE0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45843-5A35-42BA-869D-988697B6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97471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9DE5D-AD83-411A-B587-51A58F12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3872D-C934-4610-AB7E-6C32EBFE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MONOS MAKER: một nền tảng, sáu packages, một năng lực Furniture hoàn chỉnh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19A6C-0004-4790-A580-C6E37F1F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2"/>
                </a:solidFill>
                <a:latin typeface="Arial"/>
                <a:ea typeface="Arial"/>
                <a:cs typeface="Arial"/>
              </a:rPr>
              <a:t>Giá trị không nằm ở từng package riêng lẻ, mà ở khả năng kết hợp đúng packages để tạo ra một luồng vận hành thống nhất.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C0415-BF55-42E5-A7DC-344BACC7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E07A5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DED6E-5DC3-4CE7-8A5D-342DECCC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năng lực cốt lõi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E1F16-3600-4EAE-AF19-6D0050C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DDEBDD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DDEBD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483ED-A6C4-426B-AB0F-70E7CAEE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packages chuyên biệt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179AC-4568-4D90-AB7B-89DA70DB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1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47AA4-FB59-47FF-9B0E-82A569B2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luồng dữ liệu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C532D-1A67-4A98-8487-947C8D1C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429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33726-7E6F-4F95-B496-9C383343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767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Từ ý tưởng Furniture đến doanh thu thực tế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D98A7-C552-4FBE-8857-708778DA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MONOS MAKER  /  FURNITURE BUSINESS OPERATING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1EB16-6E5B-4713-909D-5B3623EE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71827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2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8037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2026-08-27T12:50:28.7460000Z</dcterms:created>
  <dcterms:modified xsi:type="dcterms:W3CDTF">2026-08-27T12:50:28.7470000Z</dcterms:modified>
</coreProperties>
</file>