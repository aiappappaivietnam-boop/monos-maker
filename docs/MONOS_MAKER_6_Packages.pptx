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7fc1609384f4c" /><Relationship Type="http://schemas.openxmlformats.org/officeDocument/2006/relationships/extended-properties" Target="/docProps/app.xml" Id="R8b17d3400ec8436f" /><Relationship Type="http://schemas.openxmlformats.org/officeDocument/2006/relationships/officeDocument" Target="/ppt/presentation.xml" Id="R03f3281fd18840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b88bf824844eee"/>
  </p:sldMasterIdLst>
  <p:notesMasterIdLst>
    <p:notesMasterId xmlns:r="http://schemas.openxmlformats.org/officeDocument/2006/relationships" r:id="R47026f27fba7425f"/>
  </p:notesMasterIdLst>
  <p:sldIdLst>
    <p:sldId xmlns:r="http://schemas.openxmlformats.org/officeDocument/2006/relationships" id="256" r:id="Ra5c76cc42c2744d0"/>
    <p:sldId xmlns:r="http://schemas.openxmlformats.org/officeDocument/2006/relationships" id="257" r:id="R89ee5ad12aa04c28"/>
    <p:sldId xmlns:r="http://schemas.openxmlformats.org/officeDocument/2006/relationships" id="258" r:id="R9d2571943cbd49a8"/>
    <p:sldId xmlns:r="http://schemas.openxmlformats.org/officeDocument/2006/relationships" id="259" r:id="R277003626de0471a"/>
    <p:sldId xmlns:r="http://schemas.openxmlformats.org/officeDocument/2006/relationships" id="260" r:id="R395fc7ad1e1846fe"/>
    <p:sldId xmlns:r="http://schemas.openxmlformats.org/officeDocument/2006/relationships" id="261" r:id="R2b05dcb5dea34070"/>
    <p:sldId xmlns:r="http://schemas.openxmlformats.org/officeDocument/2006/relationships" id="262" r:id="R5c5bfd650c8b47ff"/>
    <p:sldId xmlns:r="http://schemas.openxmlformats.org/officeDocument/2006/relationships" id="263" r:id="Rd400bcd4b077483d"/>
    <p:sldId xmlns:r="http://schemas.openxmlformats.org/officeDocument/2006/relationships" id="264" r:id="Rda98b0a53f2c41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174e1995f48dd" /><Relationship Type="http://schemas.openxmlformats.org/officeDocument/2006/relationships/slideMaster" Target="/ppt/slideMasters/slideMaster1.xml" Id="R18b88bf824844eee" /><Relationship Type="http://schemas.openxmlformats.org/officeDocument/2006/relationships/notesMaster" Target="/ppt/notesMasters/notesMaster1.xml" Id="R47026f27fba7425f" /><Relationship Type="http://schemas.openxmlformats.org/officeDocument/2006/relationships/presProps" Target="/ppt/presProps.xml" Id="R01144ead1d784c5f" /><Relationship Type="http://schemas.openxmlformats.org/officeDocument/2006/relationships/tableStyles" Target="/ppt/tableStyles.xml" Id="R63f5fa0fff104439" /><Relationship Type="http://schemas.openxmlformats.org/officeDocument/2006/relationships/slide" Target="/ppt/slides/slide1.xml" Id="Ra5c76cc42c2744d0" /><Relationship Type="http://schemas.openxmlformats.org/officeDocument/2006/relationships/slide" Target="/ppt/slides/slide2.xml" Id="R89ee5ad12aa04c28" /><Relationship Type="http://schemas.openxmlformats.org/officeDocument/2006/relationships/slide" Target="/ppt/slides/slide3.xml" Id="R9d2571943cbd49a8" /><Relationship Type="http://schemas.openxmlformats.org/officeDocument/2006/relationships/slide" Target="/ppt/slides/slide4.xml" Id="R277003626de0471a" /><Relationship Type="http://schemas.openxmlformats.org/officeDocument/2006/relationships/slide" Target="/ppt/slides/slide5.xml" Id="R395fc7ad1e1846fe" /><Relationship Type="http://schemas.openxmlformats.org/officeDocument/2006/relationships/slide" Target="/ppt/slides/slide6.xml" Id="R2b05dcb5dea34070" /><Relationship Type="http://schemas.openxmlformats.org/officeDocument/2006/relationships/slide" Target="/ppt/slides/slide7.xml" Id="R5c5bfd650c8b47ff" /><Relationship Type="http://schemas.openxmlformats.org/officeDocument/2006/relationships/slide" Target="/ppt/slides/slide8.xml" Id="Rd400bcd4b077483d" /><Relationship Type="http://schemas.openxmlformats.org/officeDocument/2006/relationships/slide" Target="/ppt/slides/slide9.xml" Id="Rda98b0a53f2c41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9fbfffa1434a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051489583c4c41" /><Relationship Type="http://schemas.openxmlformats.org/officeDocument/2006/relationships/notesMaster" Target="/ppt/notesMasters/notesMaster1.xml" Id="R11d711a3a6a942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45c11adbb04a9f" /><Relationship Type="http://schemas.openxmlformats.org/officeDocument/2006/relationships/notesMaster" Target="/ppt/notesMasters/notesMaster1.xml" Id="R27956f71301744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c90beacf564913" /><Relationship Type="http://schemas.openxmlformats.org/officeDocument/2006/relationships/notesMaster" Target="/ppt/notesMasters/notesMaster1.xml" Id="Rc00cd7a178724c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2d1d9d07f04759" /><Relationship Type="http://schemas.openxmlformats.org/officeDocument/2006/relationships/notesMaster" Target="/ppt/notesMasters/notesMaster1.xml" Id="Re17dd640fd2c41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7280885652498c" /><Relationship Type="http://schemas.openxmlformats.org/officeDocument/2006/relationships/notesMaster" Target="/ppt/notesMasters/notesMaster1.xml" Id="R758b6e52e55e40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d7ed0f6e474078" /><Relationship Type="http://schemas.openxmlformats.org/officeDocument/2006/relationships/notesMaster" Target="/ppt/notesMasters/notesMaster1.xml" Id="R9d7f3a0ba1c94c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ef3a0d06684360" /><Relationship Type="http://schemas.openxmlformats.org/officeDocument/2006/relationships/notesMaster" Target="/ppt/notesMasters/notesMaster1.xml" Id="R00b8a418535344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da3461d1bc40fe" /><Relationship Type="http://schemas.openxmlformats.org/officeDocument/2006/relationships/notesMaster" Target="/ppt/notesMasters/notesMaster1.xml" Id="R60d76423aaa341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440bb46a784b64" /><Relationship Type="http://schemas.openxmlformats.org/officeDocument/2006/relationships/notesMaster" Target="/ppt/notesMasters/notesMaster1.xml" Id="R275101e3478e4a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2c9a8709d4d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35406e6a144d68" /><Relationship Type="http://schemas.openxmlformats.org/officeDocument/2006/relationships/slideLayout" Target="/ppt/slideLayouts/slideLayout1.xml" Id="R874391ac4cde42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391ac4cde42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9a81692f14311" /><Relationship Type="http://schemas.openxmlformats.org/officeDocument/2006/relationships/notesSlide" Target="/ppt/notesSlides/notesSlide1.xml" Id="R0f8fdbafa76945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1a4ca90e34cf9" /><Relationship Type="http://schemas.openxmlformats.org/officeDocument/2006/relationships/notesSlide" Target="/ppt/notesSlides/notesSlide2.xml" Id="R3000f49ae10c4d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7871b4cfa458e" /><Relationship Type="http://schemas.openxmlformats.org/officeDocument/2006/relationships/notesSlide" Target="/ppt/notesSlides/notesSlide3.xml" Id="R1c91e4cf588343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9f62df3114f36" /><Relationship Type="http://schemas.openxmlformats.org/officeDocument/2006/relationships/notesSlide" Target="/ppt/notesSlides/notesSlide4.xml" Id="R31b4b800c36040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c815a502b460b" /><Relationship Type="http://schemas.openxmlformats.org/officeDocument/2006/relationships/notesSlide" Target="/ppt/notesSlides/notesSlide5.xml" Id="R40054f5ccf574c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30315ee3d4dd8" /><Relationship Type="http://schemas.openxmlformats.org/officeDocument/2006/relationships/notesSlide" Target="/ppt/notesSlides/notesSlide6.xml" Id="R8a4dcd9d9c7047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412f54c104b30" /><Relationship Type="http://schemas.openxmlformats.org/officeDocument/2006/relationships/notesSlide" Target="/ppt/notesSlides/notesSlide7.xml" Id="R32a99638945546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bead046b0448f" /><Relationship Type="http://schemas.openxmlformats.org/officeDocument/2006/relationships/notesSlide" Target="/ppt/notesSlides/notesSlide8.xml" Id="Rf89bef539dd34a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12a43dd6d4af1" /><Relationship Type="http://schemas.openxmlformats.org/officeDocument/2006/relationships/notesSlide" Target="/ppt/notesSlides/notesSlide9.xml" Id="R769d8c133077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C1ED8-3584-4E13-86BC-376D7B1D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MONOS MAKER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CD460-7AB3-461A-9512-7FE7168D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Nền tảng quản trị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Furniture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9E269-4EB4-4D2D-AA6B-73DF62B6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Một nền tảng • Sáu packages • Một luồng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72126-B83D-47F3-8C25-53F021FE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95375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5C78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C54D7-46F2-4754-BD64-422CF37F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FURNITURE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B07FA-1DEB-4AEA-9316-BC35A8B3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181E0-5DFA-4EA1-858B-B724CAAC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Từ ý tưởng đến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thương hiệu, sản phẩm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và doanh thu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443FC-EBAE-4073-893B-1F34FC97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0C640-3C62-48A3-AA81-1ABE84B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4683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AA189-0A47-471B-931D-E90CDE32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BỐI CẢNH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51AF-67E4-43F8-B25E-3703A054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Furniture không chỉ là sản phẩm — đó là một chuỗi giá trị liên kết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8926E-42B9-4A5C-BC99-E7516FF1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MONOS MAKER được thiết kế để quản trị toàn bộ chuỗi giá trị, theo đúng cách doanh nghiệp Furniture tạo ra và bán sản phẩm.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0AC2-B564-454E-A2BE-7B482BFE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solidFill>
              <a:srgbClr val="1428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63EF1-D000-42D6-BB79-E5A78578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C3CAE-6982-4226-BFAA-68B3173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SÁNG TẠO SẢN PHẨM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7F901-C41A-40C7-B413-DA6FF5AE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Tạo ra sản phẩm có thể sản xuất và bán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DA470-EF5C-46BF-B90F-064BB525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132A1-68EB-41A8-9FB3-48EDBB3E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A421C-0BED-4E02-A159-F70B1DBC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D1A33-518A-4AEE-ACD8-EA4D40D2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QUẢN TRỊ DỮ LIỆU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E299D-4CE5-4E31-9119-8D3A7A4D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Biến sản phẩm thành dữ liệu dùng được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0FAB9-757B-48EA-94DF-42D20B73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E981C-33AD-4BBD-9DB2-55FAE4B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solidFill>
              <a:srgbClr val="1428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356C6-9F44-4537-8485-AACF001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CF4AA-8DF3-48EA-A9A3-4E72EE43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ĐỊNH VỊ THƯƠNG HIỆU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C82E4-1675-4EF5-9464-B322798A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Tạo khác biệt và giá trị cảm nhận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FE076-0594-4AF1-9BED-479D9CDA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6F2B9-B912-489C-9B0F-974AE8A9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F2C0E-7D89-4DD3-B902-B10C36AB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EEEF3-44F6-4948-8601-168C5CF7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NHU CẦU THỊ TRƯỜNG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24A04-4104-49C8-AE50-E3ADC69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Đưa sản phẩm đến đúng khách hàng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E6A86-D0FE-4349-91C8-34C138CB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87BDC-D58A-488C-B5FF-51B9A292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976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A369A-CB69-4D41-8204-B3F2D6E4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KIẾN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C5A2B-E1E7-4CD0-8E28-A16707FC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Bốn năng lực cốt lõi là khung giá trị; sáu packages là cách triển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16D3B-57F1-4F11-B8A7-44D742DA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Mỗi package có thể bán độc lập hoặc kết hợp tùy theo mô hình kinh doanh và nhu cầu hợp tác.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B9878-EA7F-4D82-AF01-786FE71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84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245B7-5752-4B42-8DFD-605A1798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SÁNG TẠO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6AC54-597E-46B0-BFC8-63ADFFD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P04  Furniture Product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F681C-0BE8-421C-B7BB-E9330F70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P06  3D Interactive Sales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13DF8-C658-4DD4-9E92-61887581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1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12171-9B61-43EE-BE4F-7CBED837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QUẢN TRỊ DỮ LIỆU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5AF7A-308B-4B3C-8295-FE3B5F54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908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P05  Monosbase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A9E2E-74C8-4786-8086-E11E6740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28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C11C8-9043-4156-A228-3D162D5D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ĐỊNH VỊ THƯƠNG HIỆU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6440C-B849-4542-9A22-74D919FA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P02  Thiết kế thương hiệu mới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28470-7770-405F-AD25-1F5CAFDB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84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A679B-2268-4FDB-AD56-0E2E0B30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NHU CẦU THỊ TRƯỜNG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8D7F5-C82A-410F-9803-970B43E4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P03  Marketing &amp; Tăng trưởng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E4527-61CB-47FA-8741-BA604678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342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5DB9D-C525-4306-844C-94F68436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006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P01  AI Management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D6221-6E36-466D-A791-FA5AE81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C112B-3BA0-44B9-8B44-7CD2392E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9981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74FDD-EB92-4BD0-AC8B-F6144269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PACKAGE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59EBD-4652-40D9-9D64-4D30F7A0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AI Management Platform là lớp điều phối xuyên suốt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D9686-18F8-4646-AB02-5D43FC8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AI không chỉ trả lời. Platform tiếp nhận yêu cầu, quản trị quy trình và đưa hành động trở lại hệ thống.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F9006-2A0C-463D-A7B4-F2E3929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714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05B27-8821-475A-ABE8-248328CC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8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53735-4E35-4F94-97E4-F7F27119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hiểu yêu cầu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cứu dữ liệu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đề xuất phương 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FC35C-71C5-4D72-878E-AA8C9D3B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C6D99-9CAD-44C0-ABF1-B0E2CB5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Lịch họp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D439-9741-4B4C-B7E7-AEE4ED1C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book &amp; điều phối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6AF00-12C6-4026-9DBD-926C091A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583E1-54C7-45BD-AC35-43DFF604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5411F-AE27-4AF4-8841-2398DDEE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giao &amp; theo dõi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32E70-B04A-42ED-A6C6-0F11D47D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25CC9-B842-44EE-AE93-9DB6034A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24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Phê duyệt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DD698-8A9A-427F-955E-31F97CFB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71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đề xuất &amp; kiểm soát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8FEF3-7BA8-4E41-B51F-94194C62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1CCD4-CAF3-4EEB-92AE-205028B4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Con người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7D33A-34C7-455A-A4BF-A766B483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vai trò &amp; hiệu suất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780EF-50DE-4C2E-B02A-663F50AA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20ABD-D097-4A1B-A34C-35B980D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1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Tài nguyên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43434-3946-4043-B429-F476ABF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67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server &amp; quyền truy cập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457C4-99B4-4F24-9D30-7EACC79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Kết quả AI → hành động quản trị → cập nhật dữ liệu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E5749-225E-439B-9A9C-2678B5C5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D5B37-D9CB-49EA-9BA6-EA1007EA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9225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96934-6F30-43D3-BB38-5176303C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PACKAGES 02–04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6D0D1-2D26-4544-8106-A2F45572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Từ thương hiệu đến sản phẩm: tạo ra thứ thị trường muốn mua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D7C19-DC05-4248-8D85-EC285633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Ba packages đầu của chuỗi giá trị giúp doanh nghiệp hình thành bản sắc, nhu cầu và sản phẩm.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09E36-DA75-43CE-B1AC-D2827B6E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DC93A-9A2D-40AA-85F5-27352FCB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E6D57-4FFE-479B-A392-5536009C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35AFF-8B05-47D3-A809-391268CD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Thiết kế thương hiệu mới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6BF24-E900-458C-9710-B3AEC0E6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Tên • Định vị • Logo • Nhận diện • Bao bì • Ngôn ngữ thương hiệu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FFF0D-B321-4E6F-8654-F2F72982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7539C-258D-4F2B-8E36-6D835D69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8461"/>
          </a:solidFill>
          <a:ln xmlns:a="http://schemas.openxmlformats.org/drawingml/2006/main" w="0">
            <a:solidFill>
              <a:srgbClr val="C884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B8597-54FC-4830-8E8D-A46A0A6B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742F1-F0BE-4D31-A2C3-6885F6F8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Marketing &amp; Tăng trưởng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3599B-2408-4F69-B54B-3D7038E4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Nghiên cứu thị trường • Nội dung • Chiến dịch • Tạo nhu cầu • Cơ hội bán hàng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882D8-906B-4282-A3C0-382BEA0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F8DC0-B96F-421D-8145-74D30E74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A18F"/>
          </a:solidFill>
          <a:ln xmlns:a="http://schemas.openxmlformats.org/drawingml/2006/main" w="0">
            <a:solidFill>
              <a:srgbClr val="8CA1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2B745-4829-4080-BA56-98BC41F9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P04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DB865-0DAF-4AB0-BF19-E11ABBF9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Furniture Product Development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155E1-C86D-4666-9384-BC721D9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Ý tưởng • R&amp;D • Vật liệu • Cấu tạo • Thông số • Sẵn sàng sản xuất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B51B3-9613-4A54-8FE1-F355C4F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Thương hiệu rõ  →  Nhu cầu thật  →  Sản phẩm phù hợp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C8A41-69C4-488A-AC91-97412E71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A3767-DF7D-4ADC-A75D-B326F166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7944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96416-4BA1-4F2F-A052-15C781F3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PACKAGES 05–06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E4FEF-4649-4DDE-AA1C-D69D98EA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Sản phẩm chỉ tạo ra giá trị khi được số hóa và bán được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8195-486B-43DC-863F-9F5CC887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Monosbase biến sản phẩm thành dữ liệu chuẩn; 3D Interactive Sales biến dữ liệu đó thành trải nghiệm và đơn hàng.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D425C-807A-47EA-BC13-109C0A84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9050">
            <a:solidFill>
              <a:srgbClr val="8CA1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34E83-BEDE-4BC8-81C3-C6910FBF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P05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EF51D-B0D5-45C9-AB8B-D24360C3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051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MONOSBASE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4474D-CA34-46B8-B9A7-703EE550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766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Lõi dữ liệu sản phẩm Furniture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99BA1-E9DE-420D-B8E1-BCA4E152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Mã SP • Hình ảnh • Vật liệu • Giá • Tồn kho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Thông số • Cấu hình • Bản vẽ • Dữ liệu 3D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441C8-34B8-4E6F-86AF-2FB18CC3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19050">
            <a:solidFill>
              <a:srgbClr val="C884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FE09F-79BF-4C58-82BC-CF053FE2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P06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9FAD8-60AE-4187-BE5D-36B3B3B5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3D INTERACTIVE SALES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5D847-5D1F-4829-A8C3-FD82AA3F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Trải nghiệm cấu hình và bán hàng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34156-ED99-494B-935C-37E89E9F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Chọn không gian → Tùy chỉnh → Xem 3D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→ Báo giá → Lưu thiết kế → Đặt hàng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D6D0F-33C9-41A0-8312-D81033E0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P04 tạo sản phẩm  →  P05 số hóa dữ liệu  →  P06 bán hàng trực quan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4B2B4-405D-486B-8AE2-B6C29ED7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0808E-2905-4257-932A-171A08D5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555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18565-1A28-49C3-A10C-43D73673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LUỒNG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F57BB-AA9D-41B2-BED8-368F71A8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Một luồng dữ liệu nối toàn bộ hành trình Furniture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6738A-8C07-4D24-864D-ECC70F8D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Dữ liệu được tạo một lần, được chuẩn hóa một lần và được khai thác ở mọi điểm chạm.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21A5-6374-492A-A0A9-828BC1F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BBC57-4D85-4348-9EAE-F4D34441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Ý tưởng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1E247-810A-4D0F-9E81-B327403D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93F9F-2B54-4B4A-BBA4-7EA8EB44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181-9BAE-49FC-9429-53BEB86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Thương hiệu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6AF8D-BB3A-4613-99F1-A72C60B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8971A-6544-4D6F-8D91-66DFB3D7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888F5-7068-4F14-B2FF-0FFF3F03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5D88B-FD5E-41E5-8776-B174091F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A0F17-C14E-4359-AF9D-334FD9BF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95901-4930-40C0-A6F4-4742FB5B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R&amp;D sản phẩm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68EFD-9FA6-417E-AB39-3505FB7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86A61-A73B-4D0A-A72C-A3B7EA4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052AF-38A5-4297-8644-15371D81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Monosbase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30FB8-C1B3-4B89-9D10-6BB476ED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58D7E-BA67-4585-BD82-C2BB0B31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1C10B-E848-43E3-BAF1-E18FCE2E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3D 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429D2-1158-43A7-9CA9-91F563B7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32315-566D-4FE8-8D84-BF3009EE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AC688-4923-4AB1-AD41-1BFED186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Đơn hàng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02284-834E-42F5-AFED-7BF67084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D9A1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AC91B-6801-4F17-A99F-8267244C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Management Platform điều phối toàn bộ luồng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22848-A8F1-4204-AB03-E7A8FAA7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Monosbase giữ dữ liệu chuẩn — ERP/CRM tiếp tục xử lý hệ thống lõi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5DBBB-67DA-431A-809B-F90CA54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C7527-1568-4AFF-A3D8-BE369CED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2858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F9BC5-F10C-4794-81F6-945CB720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MÔ HÌNH THƯƠNG MẠI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A6E1F-C4C3-403E-B46C-C68A4218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Không có một cấu hình MONOS MAKER duy nhất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9FECB-BBDC-43A7-ADDD-1C152D7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Mỗi doanh nghiệp có thể bắt đầu từ package phù hợp rồi mở rộng dần theo năng lực và mục tiêu kinh doanh.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80898-B9C4-4F0E-84CA-0BF83EA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A1853-7FCF-4EBD-9E41-F00D184B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9389D-9EFD-4FE7-A6B3-D9B7C7DC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9B8A8-21F8-4AAC-A1F8-380C4610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431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Thương hiệu mới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82725-270C-4788-AA38-7F6A1D30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P02 + P03 + P04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Tạo thương hiệu, nhu cầu và sản phẩm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1D551-1080-4276-A1D5-BBF157A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D78A-3788-40C9-AAB3-2919A665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A18F"/>
          </a:solidFill>
          <a:ln xmlns:a="http://schemas.openxmlformats.org/drawingml/2006/main" w="0">
            <a:solidFill>
              <a:srgbClr val="8CA1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56EB9-5C9E-4132-8311-992D6400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94462-A91D-4550-AFFB-4E38976E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431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Nhà sản xuất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FEB82-7A4C-43AE-BC52-51AB1FF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P04 + P05 + P01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Số hóa sản phẩm và điều hành vận hành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F6F22-5E75-42CB-92C2-69BC3763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4DD87-4AE2-4D31-B8D4-E65D87CC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18AFC-8FF3-49D4-8D90-579C6A23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08EC2-5B1A-47EF-90C8-C02E1512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5287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Nhà bán lẻ / Showroom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372BE-0689-4926-9CA4-50CBF05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P05 + P06 + P03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Tăng trải nghiệm và tỷ lệ chốt đơn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5037B-C033-4C51-B27B-028CEA06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43AF3-548A-47DB-A335-C11ABD7E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8461"/>
          </a:solidFill>
          <a:ln xmlns:a="http://schemas.openxmlformats.org/drawingml/2006/main" w="0">
            <a:solidFill>
              <a:srgbClr val="C884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6D177-70E0-4401-9EDD-4703F540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719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8E31B-99BF-4DB4-84C6-71EE3D02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5287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Nền tảng toàn diện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BC9F5-BF74-4967-8145-BCEA550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007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P01 → P06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3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13D"/>
                </a:solidFill>
                <a:latin typeface="Arial"/>
                <a:ea typeface="Arial"/>
                <a:cs typeface="Arial"/>
              </a:rPr>
              <a:t>Quản trị trọn chuỗi giá trị Furniture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1441B-4CA5-4304-B698-0CB0AD5C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6B3E3-4D4A-4ABF-B2D8-8DA705E0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4907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972D9-AB1B-4AD6-8E70-B650FE74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CD3E7-E7C9-4BE4-9FDF-737BBD2B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MONOS MAKER: một nền tảng, sáu packages, một năng lực Furniture hoàn chỉnh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8CF0D-1347-46C2-8DC4-BDFF43D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Giá trị không nằm ở từng package riêng lẻ, mà ở khả năng kết hợp đúng packages để tạo ra một luồng vận hành thống nhất.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235F8-48CF-45D2-A2BE-6E1B11FB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C88461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C8846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3ADE9-BEEF-48C3-A988-7E209D2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năng lực cốt lõi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CDDAA-CCC7-4566-B033-DBA1B52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8CA18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8CA18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B6196-AE40-4727-BD84-38C3415B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packages chuyên biệt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63E7B-65B0-48ED-8C9D-6695C6E9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4B66A-44D3-440C-BAB4-42EE9943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luồng dữ liệu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932A2-39ED-4E0A-AAC0-9EB275EB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429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142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8ED70-9D6D-48EC-87D9-156B4BB7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767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Từ ý tưởng Furniture đến doanh thu thực tế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3E45D-4181-47AB-B02C-6DADD40C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98750-AB0F-4D76-B7EB-F3643BFA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9905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2026-08-26T23:39:08.2600000Z</dcterms:created>
  <dcterms:modified xsi:type="dcterms:W3CDTF">2026-08-26T23:39:08.2600000Z</dcterms:modified>
</coreProperties>
</file>